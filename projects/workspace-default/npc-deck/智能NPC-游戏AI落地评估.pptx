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先立框架：投入产出比 = 玩家体验 × 商业价值 ÷ 技术可行性。智能NPC风险低、感知强、价值高，三项全占；生成关卡质量不可控且感知滞后，动态经济直接碰公平性，只宜小步试水。收在一句话：技术上行得通、体验上看得见、商业上有价值。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37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× GAMES · LLM 应用落地评估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6952" y="2377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737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SWISS · 26.09.28 · 01 /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NPC · WHERE LLM LANDS IN GAMES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5953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智能NPC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124358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dirty="0">
                <a:solidFill>
                  <a:srgbClr val="5252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：目前游戏中落地最广的 AI 大模型应用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目前 AI 在游戏领域</a:t>
            </a:r>
            <a:r>
              <a:rPr lang="en-US" sz="1300" b="1" dirty="0">
                <a:solidFill>
                  <a:srgbClr val="0A0A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落地最广、感知最强、也最成功</a:t>
            </a:r>
            <a:r>
              <a:rPr lang="en-US" sz="1300" dirty="0">
                <a:solidFill>
                  <a:srgbClr val="5252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的应用方向。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3200400" cy="431596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304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D9D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评估框架 · ROI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017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玩家体验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1912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56232" y="3017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商业价值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3232" y="3566160"/>
            <a:ext cx="2688336" cy="0"/>
          </a:xfrm>
          <a:prstGeom prst="line">
            <a:avLst/>
          </a:prstGeom>
          <a:noFill/>
          <a:ln w="31750">
            <a:solidFill>
              <a:srgbClr val="5B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3075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技术可行性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" y="420624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84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分子越高 · 分母越低 · 越值得做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5285232"/>
            <a:ext cx="2688336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5527548"/>
            <a:ext cx="82296" cy="82296"/>
          </a:xfrm>
          <a:prstGeom prst="rect">
            <a:avLst/>
          </a:prstGeom>
          <a:solidFill>
            <a:srgbClr val="5B7B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4498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1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技术上，行得通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" y="5838444"/>
            <a:ext cx="82296" cy="82296"/>
          </a:xfrm>
          <a:prstGeom prst="rect">
            <a:avLst/>
          </a:prstGeom>
          <a:solidFill>
            <a:srgbClr val="5B7B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760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1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体验上，看得见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3232" y="6149340"/>
            <a:ext cx="82296" cy="82296"/>
          </a:xfrm>
          <a:prstGeom prst="rect">
            <a:avLst/>
          </a:prstGeom>
          <a:solidFill>
            <a:srgbClr val="5B7B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60716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1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商业上，有价值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86200" y="2084832"/>
            <a:ext cx="7845552" cy="1380744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4" name="Text 22"/>
          <p:cNvSpPr/>
          <p:nvPr/>
        </p:nvSpPr>
        <p:spPr>
          <a:xfrm>
            <a:off x="4069080" y="2084832"/>
            <a:ext cx="8229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4937760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智能NPC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22992" y="21762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A1D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推荐主攻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2560320"/>
            <a:ext cx="6565392" cy="0"/>
          </a:xfrm>
          <a:prstGeom prst="line">
            <a:avLst/>
          </a:prstGeom>
          <a:noFill/>
          <a:ln w="6350">
            <a:solidFill>
              <a:srgbClr val="4D6D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C0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技术风险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2578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78040" y="257860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模块化，容错高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37760" y="2862072"/>
            <a:ext cx="6565392" cy="0"/>
          </a:xfrm>
          <a:prstGeom prst="line">
            <a:avLst/>
          </a:prstGeom>
          <a:noFill/>
          <a:ln w="6350">
            <a:solidFill>
              <a:srgbClr val="4D6D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C0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玩家感知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极强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78040" y="288036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直接、高频交互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937760" y="3163824"/>
            <a:ext cx="6565392" cy="0"/>
          </a:xfrm>
          <a:prstGeom prst="line">
            <a:avLst/>
          </a:prstGeom>
          <a:noFill/>
          <a:ln w="6350">
            <a:solidFill>
              <a:srgbClr val="4D6D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C0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商业价值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0" y="3182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78040" y="3182112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营销亮点，提升留存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886200" y="3643884"/>
            <a:ext cx="7845552" cy="1380744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40" name="Text 38"/>
          <p:cNvSpPr/>
          <p:nvPr/>
        </p:nvSpPr>
        <p:spPr>
          <a:xfrm>
            <a:off x="4069080" y="3643884"/>
            <a:ext cx="8229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10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4937760" y="37353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生成完整关卡 / 剧情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22992" y="37353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待验证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937760" y="4119372"/>
            <a:ext cx="65653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41376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技术风险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943600" y="41376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178040" y="413766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质量不可控，可能破坏核心体验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937760" y="4421124"/>
            <a:ext cx="65653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44394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玩家感知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0" y="44394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中等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178040" y="4439412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体验完才知道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4937760" y="4722876"/>
            <a:ext cx="65653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47411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商业价值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943600" y="47411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不确定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178040" y="4741164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可能是噱头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3886200" y="5202936"/>
            <a:ext cx="7845552" cy="1380744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56" name="Text 54"/>
          <p:cNvSpPr/>
          <p:nvPr/>
        </p:nvSpPr>
        <p:spPr>
          <a:xfrm>
            <a:off x="4069080" y="5202936"/>
            <a:ext cx="8229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10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57" name="Text 55"/>
          <p:cNvSpPr/>
          <p:nvPr/>
        </p:nvSpPr>
        <p:spPr>
          <a:xfrm>
            <a:off x="4937760" y="52943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动态平衡经济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222992" y="5294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谨慎试水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937760" y="5678424"/>
            <a:ext cx="65653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5696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技术风险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943600" y="5696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极高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178040" y="5696712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直接影响游戏公平性和寿命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4937760" y="5980176"/>
            <a:ext cx="65653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5998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玩家感知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943600" y="5998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弱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7178040" y="5998464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大部分玩家无感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4937760" y="6281928"/>
            <a:ext cx="65653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37760" y="6300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商业价值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943600" y="63002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高风险高回报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7178040" y="6300216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需极度谨慎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智能NPC：目前游戏中落地最广的AI大模型应用</dc:title>
  <dc:subject>PptxGenJS Presentation</dc:subject>
  <dc:creator>ZCode</dc:creator>
  <cp:lastModifiedBy>ZCode</cp:lastModifiedBy>
  <cp:revision>1</cp:revision>
  <dcterms:created xsi:type="dcterms:W3CDTF">2026-09-28T09:35:05Z</dcterms:created>
  <dcterms:modified xsi:type="dcterms:W3CDTF">2026-09-28T09:35:05Z</dcterms:modified>
</cp:coreProperties>
</file>