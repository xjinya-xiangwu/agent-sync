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复刻页:智能NPC vs 生成关卡/剧情 vs 动态平衡经济,三维对比(技术风险/玩家感知/商业价值);结论:技术上行得通、体验上看得见、商业上有价值。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52FA4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" y="27432"/>
            <a:ext cx="11155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智能NPC：目前游戏中落地最广的AI大模型应用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目前AI在游戏领域落地最广、感知最强、也最成功的应用。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10528" y="1133856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252FA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投入产出比?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531352" y="896112"/>
            <a:ext cx="1216152" cy="292608"/>
          </a:xfrm>
          <a:prstGeom prst="rect">
            <a:avLst/>
          </a:prstGeom>
          <a:solidFill>
            <a:srgbClr val="F2B70A"/>
          </a:solidFill>
          <a:ln/>
        </p:spPr>
      </p:sp>
      <p:sp>
        <p:nvSpPr>
          <p:cNvPr id="7" name="Text 5"/>
          <p:cNvSpPr/>
          <p:nvPr/>
        </p:nvSpPr>
        <p:spPr>
          <a:xfrm>
            <a:off x="8531352" y="896112"/>
            <a:ext cx="1216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玩家体验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747504" y="896112"/>
            <a:ext cx="237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7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×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985248" y="896112"/>
            <a:ext cx="1207008" cy="292608"/>
          </a:xfrm>
          <a:prstGeom prst="rect">
            <a:avLst/>
          </a:prstGeom>
          <a:solidFill>
            <a:srgbClr val="F2B70A"/>
          </a:solidFill>
          <a:ln/>
        </p:spPr>
      </p:sp>
      <p:sp>
        <p:nvSpPr>
          <p:cNvPr id="10" name="Text 8"/>
          <p:cNvSpPr/>
          <p:nvPr/>
        </p:nvSpPr>
        <p:spPr>
          <a:xfrm>
            <a:off x="9985248" y="89611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商业价值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503920" y="1261872"/>
            <a:ext cx="2788920" cy="0"/>
          </a:xfrm>
          <a:prstGeom prst="line">
            <a:avLst/>
          </a:prstGeom>
          <a:noFill/>
          <a:ln w="31750">
            <a:solidFill>
              <a:srgbClr val="F4CA4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89720" y="1353312"/>
            <a:ext cx="1325880" cy="292608"/>
          </a:xfrm>
          <a:prstGeom prst="rect">
            <a:avLst/>
          </a:prstGeom>
          <a:solidFill>
            <a:srgbClr val="F2B70A"/>
          </a:solidFill>
          <a:ln/>
        </p:spPr>
      </p:sp>
      <p:sp>
        <p:nvSpPr>
          <p:cNvPr id="13" name="Text 11"/>
          <p:cNvSpPr/>
          <p:nvPr/>
        </p:nvSpPr>
        <p:spPr>
          <a:xfrm>
            <a:off x="9189720" y="135331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技术可行性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414577" y="2121408"/>
            <a:ext cx="1316736" cy="649224"/>
          </a:xfrm>
          <a:prstGeom prst="rect">
            <a:avLst/>
          </a:prstGeom>
          <a:solidFill>
            <a:srgbClr val="252FA4"/>
          </a:solidFill>
          <a:ln/>
        </p:spPr>
      </p:sp>
      <p:sp>
        <p:nvSpPr>
          <p:cNvPr id="15" name="Text 13"/>
          <p:cNvSpPr/>
          <p:nvPr/>
        </p:nvSpPr>
        <p:spPr>
          <a:xfrm>
            <a:off x="1414577" y="2121408"/>
            <a:ext cx="131673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773375" y="2121408"/>
            <a:ext cx="2203704" cy="649224"/>
          </a:xfrm>
          <a:prstGeom prst="rect">
            <a:avLst/>
          </a:prstGeom>
          <a:solidFill>
            <a:srgbClr val="F2B70A"/>
          </a:solidFill>
          <a:ln/>
        </p:spPr>
      </p:sp>
      <p:sp>
        <p:nvSpPr>
          <p:cNvPr id="17" name="Text 15"/>
          <p:cNvSpPr/>
          <p:nvPr/>
        </p:nvSpPr>
        <p:spPr>
          <a:xfrm>
            <a:off x="2773375" y="2121408"/>
            <a:ext cx="220370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252FA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智能NPC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4999025" y="2121408"/>
            <a:ext cx="2670048" cy="649224"/>
          </a:xfrm>
          <a:prstGeom prst="rect">
            <a:avLst/>
          </a:prstGeom>
          <a:solidFill>
            <a:srgbClr val="F2B70A"/>
          </a:solidFill>
          <a:ln/>
        </p:spPr>
      </p:sp>
      <p:sp>
        <p:nvSpPr>
          <p:cNvPr id="19" name="Text 17"/>
          <p:cNvSpPr/>
          <p:nvPr/>
        </p:nvSpPr>
        <p:spPr>
          <a:xfrm>
            <a:off x="4999025" y="2121408"/>
            <a:ext cx="26700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252FA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AI生成完整关卡/剧情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7692847" y="2121408"/>
            <a:ext cx="2670048" cy="649224"/>
          </a:xfrm>
          <a:prstGeom prst="rect">
            <a:avLst/>
          </a:prstGeom>
          <a:solidFill>
            <a:srgbClr val="F2B70A"/>
          </a:solidFill>
          <a:ln/>
        </p:spPr>
      </p:sp>
      <p:sp>
        <p:nvSpPr>
          <p:cNvPr id="21" name="Text 19"/>
          <p:cNvSpPr/>
          <p:nvPr/>
        </p:nvSpPr>
        <p:spPr>
          <a:xfrm>
            <a:off x="7692847" y="2121408"/>
            <a:ext cx="26700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252FA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AI动态平衡经济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1414577" y="3081528"/>
            <a:ext cx="1316736" cy="640080"/>
          </a:xfrm>
          <a:prstGeom prst="rect">
            <a:avLst/>
          </a:prstGeom>
          <a:solidFill>
            <a:srgbClr val="252FA4"/>
          </a:solidFill>
          <a:ln/>
        </p:spPr>
      </p:sp>
      <p:sp>
        <p:nvSpPr>
          <p:cNvPr id="23" name="Text 21"/>
          <p:cNvSpPr/>
          <p:nvPr/>
        </p:nvSpPr>
        <p:spPr>
          <a:xfrm>
            <a:off x="1414577" y="3081528"/>
            <a:ext cx="1316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技术风险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2773375" y="3081528"/>
            <a:ext cx="2203704" cy="640080"/>
          </a:xfrm>
          <a:prstGeom prst="rect">
            <a:avLst/>
          </a:prstGeom>
          <a:solidFill>
            <a:srgbClr val="DFE3F3"/>
          </a:solidFill>
          <a:ln/>
        </p:spPr>
      </p:sp>
      <p:sp>
        <p:nvSpPr>
          <p:cNvPr id="25" name="Text 23"/>
          <p:cNvSpPr/>
          <p:nvPr/>
        </p:nvSpPr>
        <p:spPr>
          <a:xfrm>
            <a:off x="2773375" y="3163824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27A4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低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828239" y="3447288"/>
            <a:ext cx="2093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F8F8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模块化，容错高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999025" y="3081528"/>
            <a:ext cx="2670048" cy="640080"/>
          </a:xfrm>
          <a:prstGeom prst="rect">
            <a:avLst/>
          </a:prstGeom>
          <a:solidFill>
            <a:srgbClr val="DFE3F3"/>
          </a:solidFill>
          <a:ln/>
        </p:spPr>
      </p:sp>
      <p:sp>
        <p:nvSpPr>
          <p:cNvPr id="28" name="Text 26"/>
          <p:cNvSpPr/>
          <p:nvPr/>
        </p:nvSpPr>
        <p:spPr>
          <a:xfrm>
            <a:off x="4999025" y="3163824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053889" y="344728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F8F8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质量不可控，可能破坏核心体验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692847" y="3081528"/>
            <a:ext cx="2670048" cy="640080"/>
          </a:xfrm>
          <a:prstGeom prst="rect">
            <a:avLst/>
          </a:prstGeom>
          <a:solidFill>
            <a:srgbClr val="DFE3F3"/>
          </a:solidFill>
          <a:ln/>
        </p:spPr>
      </p:sp>
      <p:sp>
        <p:nvSpPr>
          <p:cNvPr id="31" name="Text 29"/>
          <p:cNvSpPr/>
          <p:nvPr/>
        </p:nvSpPr>
        <p:spPr>
          <a:xfrm>
            <a:off x="7692847" y="3163824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极高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47711" y="344728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F8F8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直接影响游戏公平性和寿命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1414577" y="4014216"/>
            <a:ext cx="1316736" cy="640080"/>
          </a:xfrm>
          <a:prstGeom prst="rect">
            <a:avLst/>
          </a:prstGeom>
          <a:solidFill>
            <a:srgbClr val="252FA4"/>
          </a:solidFill>
          <a:ln/>
        </p:spPr>
      </p:sp>
      <p:sp>
        <p:nvSpPr>
          <p:cNvPr id="34" name="Text 32"/>
          <p:cNvSpPr/>
          <p:nvPr/>
        </p:nvSpPr>
        <p:spPr>
          <a:xfrm>
            <a:off x="1414577" y="4014216"/>
            <a:ext cx="1316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玩家感知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2773375" y="4014216"/>
            <a:ext cx="2203704" cy="640080"/>
          </a:xfrm>
          <a:prstGeom prst="rect">
            <a:avLst/>
          </a:prstGeom>
          <a:solidFill>
            <a:srgbClr val="DFE3F3"/>
          </a:solidFill>
          <a:ln/>
        </p:spPr>
      </p:sp>
      <p:sp>
        <p:nvSpPr>
          <p:cNvPr id="36" name="Text 34"/>
          <p:cNvSpPr/>
          <p:nvPr/>
        </p:nvSpPr>
        <p:spPr>
          <a:xfrm>
            <a:off x="2773375" y="4096512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D64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极强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2828239" y="4379976"/>
            <a:ext cx="2093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F8F8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直接、高频交互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999025" y="4014216"/>
            <a:ext cx="2670048" cy="640080"/>
          </a:xfrm>
          <a:prstGeom prst="rect">
            <a:avLst/>
          </a:prstGeom>
          <a:solidFill>
            <a:srgbClr val="DFE3F3"/>
          </a:solidFill>
          <a:ln/>
        </p:spPr>
      </p:sp>
      <p:sp>
        <p:nvSpPr>
          <p:cNvPr id="39" name="Text 37"/>
          <p:cNvSpPr/>
          <p:nvPr/>
        </p:nvSpPr>
        <p:spPr>
          <a:xfrm>
            <a:off x="4999025" y="4096512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中等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5053889" y="437997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F8F8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体验完才知道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7692847" y="4014216"/>
            <a:ext cx="2670048" cy="640080"/>
          </a:xfrm>
          <a:prstGeom prst="rect">
            <a:avLst/>
          </a:prstGeom>
          <a:solidFill>
            <a:srgbClr val="DFE3F3"/>
          </a:solidFill>
          <a:ln/>
        </p:spPr>
      </p:sp>
      <p:sp>
        <p:nvSpPr>
          <p:cNvPr id="42" name="Text 40"/>
          <p:cNvSpPr/>
          <p:nvPr/>
        </p:nvSpPr>
        <p:spPr>
          <a:xfrm>
            <a:off x="7692847" y="4096512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747711" y="437997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F8F8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大部分玩家无感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1414577" y="4965192"/>
            <a:ext cx="1316736" cy="640080"/>
          </a:xfrm>
          <a:prstGeom prst="rect">
            <a:avLst/>
          </a:prstGeom>
          <a:solidFill>
            <a:srgbClr val="252FA4"/>
          </a:solidFill>
          <a:ln/>
        </p:spPr>
      </p:sp>
      <p:sp>
        <p:nvSpPr>
          <p:cNvPr id="45" name="Text 43"/>
          <p:cNvSpPr/>
          <p:nvPr/>
        </p:nvSpPr>
        <p:spPr>
          <a:xfrm>
            <a:off x="1414577" y="4965192"/>
            <a:ext cx="1316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商业价值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2773375" y="4965192"/>
            <a:ext cx="2203704" cy="640080"/>
          </a:xfrm>
          <a:prstGeom prst="rect">
            <a:avLst/>
          </a:prstGeom>
          <a:solidFill>
            <a:srgbClr val="DFE3F3"/>
          </a:solidFill>
          <a:ln/>
        </p:spPr>
      </p:sp>
      <p:sp>
        <p:nvSpPr>
          <p:cNvPr id="47" name="Text 45"/>
          <p:cNvSpPr/>
          <p:nvPr/>
        </p:nvSpPr>
        <p:spPr>
          <a:xfrm>
            <a:off x="2773375" y="5047488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D6403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2828239" y="5330952"/>
            <a:ext cx="2093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F8F8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营销亮点，提升留存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4999025" y="4965192"/>
            <a:ext cx="2670048" cy="640080"/>
          </a:xfrm>
          <a:prstGeom prst="rect">
            <a:avLst/>
          </a:prstGeom>
          <a:solidFill>
            <a:srgbClr val="DFE3F3"/>
          </a:solidFill>
          <a:ln/>
        </p:spPr>
      </p:sp>
      <p:sp>
        <p:nvSpPr>
          <p:cNvPr id="50" name="Text 48"/>
          <p:cNvSpPr/>
          <p:nvPr/>
        </p:nvSpPr>
        <p:spPr>
          <a:xfrm>
            <a:off x="4999025" y="5047488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不确定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5053889" y="533095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F8F8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可能是噱头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7692847" y="4965192"/>
            <a:ext cx="2670048" cy="640080"/>
          </a:xfrm>
          <a:prstGeom prst="rect">
            <a:avLst/>
          </a:prstGeom>
          <a:solidFill>
            <a:srgbClr val="DFE3F3"/>
          </a:solidFill>
          <a:ln/>
        </p:spPr>
      </p:sp>
      <p:sp>
        <p:nvSpPr>
          <p:cNvPr id="53" name="Text 51"/>
          <p:cNvSpPr/>
          <p:nvPr/>
        </p:nvSpPr>
        <p:spPr>
          <a:xfrm>
            <a:off x="7692847" y="5047488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高风险高回报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7747711" y="533095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F8F8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需极度谨慎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252FA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技术上行得通、体验上看得见、商业上有价值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智能NPC：目前游戏中落地最广的AI大模型应用</dc:title>
  <dc:subject>PptxGenJS Presentation</dc:subject>
  <dc:creator>ZCode</dc:creator>
  <cp:lastModifiedBy>ZCode</cp:lastModifiedBy>
  <cp:revision>1</cp:revision>
  <dcterms:created xsi:type="dcterms:W3CDTF">2026-09-28T09:56:36Z</dcterms:created>
  <dcterms:modified xsi:type="dcterms:W3CDTF">2026-09-28T09:56:36Z</dcterms:modified>
</cp:coreProperties>
</file>